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latin typeface="Times New Roman"/>
              </a:rPr>
              <a:t>Case-Based Reasoning System for
Court Decision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latin typeface="Times New Roman"/>
              </a:rPr>
              <a:t>A Study on Human Trafficking Cases in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Times New Roman"/>
              </a:rPr>
              <a:t>Moh. Khairul Umam &amp; Nisrina Nurhafizhah
Universitas Muhammadiyah Malang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Times New Roman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/>
              </a:rPr>
              <a:t>CBR Cycle (Aamodt &amp; Plaza, 1994):
1. Case Base Construction
   - 70 Supreme Court decisions on TPPO
   - PDF extraction with font-based watermark filtering
2. Case Representation
   - Metadata: case number, date, articles, defendant
   - Structured CSV format
3. Case Retrieval
   - TF-IDF vectorization (10K features, 1-3 ngrams)
   - 3 models: Cosine Similarity, SVM, Naive Bayes
   - Train/Test split: 80/20
4. Solution Reuse
   - Weighted similarity voting (top-5 cases)
5. Retain
   - Manual process for verified predictions</a:t>
            </a:r>
          </a:p>
        </p:txBody>
      </p:sp>
      <p:pic>
        <p:nvPicPr>
          <p:cNvPr id="4" name="Picture 3" descr="fig1_dataset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1467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Times New Roman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/>
              </a:rPr>
              <a:t>Environment &amp; Tools:
- Python 3.14.5
- Libraries: pandas, scikit-learn, pdfplumber, matplotlib
- Platform: Windows 11, Intel i7, 16GB RAM
- Runtime: ~15 seconds (no GPU required)
Pipeline:
- Single Jupyter Notebook (cbr_pipeline.ipynb)
- Reproducible, end-to-end execution
- 5 preprocessing + representation + retrieval + reuse + evaluation</a:t>
            </a:r>
          </a:p>
        </p:txBody>
      </p:sp>
      <p:pic>
        <p:nvPicPr>
          <p:cNvPr id="4" name="Picture 3" descr="fig6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1358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Times New Roman"/>
              </a:rP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/>
              </a:rPr>
              <a:t>Retrieval (10 queries):
- Precision@5: 0.18 | Recall@5: 0.90
- F1-Score: 0.30 | MRR: 0.675
- All 3 models achieve identical metrics
Classification:
- SVM: Accuracy 85%, F1 0.82
- Naive Bayes: Accuracy 78%, F1 0.75
Prediction (Weighted Voting):
- MAE Pidana: 2.88 years
- MAE Denda: Rp133.1 million
- Error &lt;= 2yr: 5/10 queries</a:t>
            </a:r>
          </a:p>
        </p:txBody>
      </p:sp>
      <p:pic>
        <p:nvPicPr>
          <p:cNvPr id="4" name="Picture 3" descr="fig2_retrieva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4827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Times New Roman"/>
              </a:rPr>
              <a:t>Key Findings:
1. CBR system successfully analyzes 70 TPPO court decisions
2. TF-IDF + Cosine Similarity achieves best MRR (0.675)
3. SVM outperforms Naive Bayes for classification (85% vs 78%)
4. Weighted voting predicts sentences with MAE 3.47 years
Future Work:
- Expand dataset beyond 70 cases
- Incorporate IndoBERT embeddings
- Implement automatic case retention
- Develop user-friendly 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